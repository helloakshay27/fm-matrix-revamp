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Spreadsheets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abcom</dc:creator>
  <cp:lastModifiedBy>abcom</cp:lastModifiedBy>
  <cp:revision>3</cp:revision>
  <dcterms:created xsi:type="dcterms:W3CDTF">2026-01-20T13:53:42Z</dcterms:created>
  <dcterms:modified xsi:type="dcterms:W3CDTF">2026-01-20T13:53:42Z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1B541B86A5DF43E7D8886F69085C2269_41</vt:lpwstr>
  </property>
  <property fmtid="{D5CDD505-2E9C-101B-9397-08002B2CF9AE}" pid="3" name="KSOProductBuildVer">
    <vt:lpwstr>1033-12.1.22553.22553</vt:lpwstr>
  </property>
</Properties>
</file>